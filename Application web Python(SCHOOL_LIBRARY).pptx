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71" r:id="rId10"/>
    <p:sldId id="264" r:id="rId11"/>
    <p:sldId id="266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42AC1728-107F-488F-B18F-040208CB766D}">
          <p14:sldIdLst>
            <p14:sldId id="256"/>
            <p14:sldId id="257"/>
            <p14:sldId id="258"/>
            <p14:sldId id="259"/>
            <p14:sldId id="263"/>
            <p14:sldId id="260"/>
            <p14:sldId id="261"/>
            <p14:sldId id="262"/>
            <p14:sldId id="271"/>
            <p14:sldId id="264"/>
            <p14:sldId id="266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1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4843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12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7303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6759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013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553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7794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29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7432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14393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269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63337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40822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65991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6262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968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93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9B5026C-678E-4B68-B9D1-B39A52808087}" type="datetimeFigureOut">
              <a:rPr lang="fr-FR" smtClean="0"/>
              <a:t>27/06/2023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54A0A78-D5D0-44B4-BD8A-28E321D5A98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7591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itmonkey007/SCHOOL_LIBRARY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http/127.0.0.1:8000/" TargetMode="External"/><Relationship Id="rId2" Type="http://schemas.openxmlformats.org/officeDocument/2006/relationships/hyperlink" Target="http://localhost:8000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A</a:t>
            </a:r>
            <a:r>
              <a:rPr lang="fr-FR" dirty="0" smtClean="0"/>
              <a:t>pplication web Python/Django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272540" y="367061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fr-FR" sz="4800" dirty="0" smtClean="0"/>
              <a:t>Gestion d’une bibliothèque :</a:t>
            </a:r>
          </a:p>
          <a:p>
            <a:r>
              <a:rPr lang="fr-FR" sz="4800" dirty="0" smtClean="0"/>
              <a:t>SCHOOL_LIBRARY</a:t>
            </a:r>
            <a:endParaRPr lang="fr-FR" sz="4800" dirty="0"/>
          </a:p>
        </p:txBody>
      </p:sp>
    </p:spTree>
    <p:extLst>
      <p:ext uri="{BB962C8B-B14F-4D97-AF65-F5344CB8AC3E}">
        <p14:creationId xmlns:p14="http://schemas.microsoft.com/office/powerpoint/2010/main" val="33722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b="1" dirty="0" smtClean="0"/>
              <a:t>INTRODUCTION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61061" y="2031152"/>
            <a:ext cx="9601196" cy="3318936"/>
          </a:xfrm>
        </p:spPr>
        <p:txBody>
          <a:bodyPr>
            <a:noAutofit/>
          </a:bodyPr>
          <a:lstStyle/>
          <a:p>
            <a:r>
              <a:rPr lang="fr-FR" sz="2500" dirty="0" smtClean="0"/>
              <a:t>Ce projet est intitulé </a:t>
            </a:r>
            <a:r>
              <a:rPr lang="fr-FR" sz="2500" b="1" dirty="0" smtClean="0"/>
              <a:t>SCHOOL LIBRARY. </a:t>
            </a:r>
            <a:r>
              <a:rPr lang="fr-FR" sz="2500" dirty="0" smtClean="0"/>
              <a:t>C’est une application web développée en </a:t>
            </a:r>
            <a:r>
              <a:rPr lang="fr-FR" sz="2500" b="1" dirty="0" smtClean="0"/>
              <a:t>Python</a:t>
            </a:r>
            <a:r>
              <a:rPr lang="fr-FR" sz="2500" dirty="0" smtClean="0"/>
              <a:t>.</a:t>
            </a:r>
          </a:p>
          <a:p>
            <a:r>
              <a:rPr lang="fr-FR" sz="2500" dirty="0" smtClean="0"/>
              <a:t>Ce projet prend en charge la gestion des emprunts dans une bibliothèque scolaire. </a:t>
            </a:r>
          </a:p>
          <a:p>
            <a:r>
              <a:rPr lang="fr-FR" sz="2500" dirty="0" smtClean="0"/>
              <a:t>Il procure une plateforme automatique qui est mis en ligne pour la gestion de l’ajout de livres,  les emprunts mais aussi l’historique des actions opérés par le bibliothécaire(admin). Le projet a été développé aussi en utilisant </a:t>
            </a:r>
            <a:r>
              <a:rPr lang="fr-FR" sz="2500" b="1" dirty="0" smtClean="0"/>
              <a:t>Bootstrap</a:t>
            </a:r>
            <a:r>
              <a:rPr lang="fr-FR" sz="2500" dirty="0" smtClean="0"/>
              <a:t> pour l’interface de l’utilisateur et </a:t>
            </a:r>
            <a:r>
              <a:rPr lang="fr-FR" sz="2500" b="1" dirty="0" smtClean="0"/>
              <a:t>JQUERY</a:t>
            </a:r>
            <a:r>
              <a:rPr lang="fr-FR" sz="2500" dirty="0" smtClean="0"/>
              <a:t> pour donner une meilleure expérience lors de l'utilisation , il rend aussi facile l’utilisation des fonctionnalités.</a:t>
            </a:r>
          </a:p>
          <a:p>
            <a:endParaRPr lang="fr-FR" sz="2500" dirty="0"/>
          </a:p>
        </p:txBody>
      </p:sp>
    </p:spTree>
    <p:extLst>
      <p:ext uri="{BB962C8B-B14F-4D97-AF65-F5344CB8AC3E}">
        <p14:creationId xmlns:p14="http://schemas.microsoft.com/office/powerpoint/2010/main" val="48588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 propos de l’application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FR" sz="3200" dirty="0"/>
              <a:t> </a:t>
            </a:r>
            <a:r>
              <a:rPr lang="fr-FR" sz="3200" dirty="0" smtClean="0"/>
              <a:t>       On a développé le projet en utilisant:</a:t>
            </a:r>
          </a:p>
          <a:p>
            <a:r>
              <a:rPr lang="fr-FR" sz="3200" dirty="0" smtClean="0"/>
              <a:t>Python</a:t>
            </a:r>
          </a:p>
          <a:p>
            <a:r>
              <a:rPr lang="fr-FR" sz="3200" dirty="0" smtClean="0"/>
              <a:t>Django</a:t>
            </a:r>
          </a:p>
          <a:p>
            <a:r>
              <a:rPr lang="fr-FR" sz="3200" dirty="0" smtClean="0"/>
              <a:t>SQLite3</a:t>
            </a:r>
            <a:endParaRPr lang="fr-FR" sz="32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fr-FR" dirty="0"/>
          </a:p>
          <a:p>
            <a:r>
              <a:rPr lang="fr-FR" sz="3500" dirty="0"/>
              <a:t>JQUERY</a:t>
            </a:r>
          </a:p>
          <a:p>
            <a:r>
              <a:rPr lang="fr-FR" sz="3500" dirty="0"/>
              <a:t>Bootstrap </a:t>
            </a:r>
            <a:r>
              <a:rPr lang="fr-FR" sz="3500" dirty="0" smtClean="0"/>
              <a:t>v4</a:t>
            </a:r>
            <a:endParaRPr lang="fr-FR" sz="3600" dirty="0"/>
          </a:p>
          <a:p>
            <a:r>
              <a:rPr lang="fr-FR" sz="3600" dirty="0"/>
              <a:t>HTML</a:t>
            </a:r>
          </a:p>
          <a:p>
            <a:r>
              <a:rPr lang="fr-FR" sz="3600" dirty="0"/>
              <a:t>CSS</a:t>
            </a:r>
          </a:p>
          <a:p>
            <a:r>
              <a:rPr lang="fr-FR" sz="3600" dirty="0"/>
              <a:t>JavaScript</a:t>
            </a:r>
          </a:p>
          <a:p>
            <a:endParaRPr lang="fr-FR" sz="3500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78832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617220" y="571500"/>
            <a:ext cx="11018520" cy="555498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FR" sz="3600" dirty="0"/>
              <a:t>Vous pouvez avoir accès au projet SCHOOL_LIBRARY par les moyens suivants:</a:t>
            </a:r>
          </a:p>
          <a:p>
            <a:r>
              <a:rPr lang="fr-FR" sz="3600" dirty="0"/>
              <a:t>Soit vous pouvez télécharger a partir de Github en passant par le lien suivant :</a:t>
            </a:r>
          </a:p>
          <a:p>
            <a:pPr marL="0" indent="0">
              <a:buNone/>
            </a:pPr>
            <a:r>
              <a:rPr lang="fr-FR" sz="3600" dirty="0"/>
              <a:t> </a:t>
            </a:r>
            <a:r>
              <a:rPr lang="fr-FR" sz="3600" dirty="0">
                <a:hlinkClick r:id="rId2"/>
              </a:rPr>
              <a:t>https://</a:t>
            </a:r>
            <a:r>
              <a:rPr lang="fr-FR" sz="3600" dirty="0" smtClean="0">
                <a:hlinkClick r:id="rId2"/>
              </a:rPr>
              <a:t>github.com/Hitmonkey007/SCHOOL_LIBRARY</a:t>
            </a:r>
            <a:endParaRPr lang="fr-FR" sz="3600" dirty="0" smtClean="0"/>
          </a:p>
          <a:p>
            <a:r>
              <a:rPr lang="fr-FR" sz="3600" dirty="0" smtClean="0"/>
              <a:t>Ou en vous procurant le dossier complet par moyen d’un USB ou autre périphérique par un de nos 6 membres du groupe qui ont développé l’application. </a:t>
            </a:r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1612206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/>
          <p:cNvSpPr txBox="1"/>
          <p:nvPr/>
        </p:nvSpPr>
        <p:spPr>
          <a:xfrm>
            <a:off x="755495" y="0"/>
            <a:ext cx="10767060" cy="8402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sz="3600" dirty="0" smtClean="0"/>
          </a:p>
          <a:p>
            <a:endParaRPr lang="fr-FR" sz="3600" dirty="0" smtClean="0"/>
          </a:p>
          <a:p>
            <a:r>
              <a:rPr lang="fr-FR" sz="3600" dirty="0" smtClean="0"/>
              <a:t>Les utilisateurs peuvent stocker des livres, lister les catégories , gérer les emprunts, les lecteurs, même afficher l’historique des actions effectués. </a:t>
            </a:r>
          </a:p>
          <a:p>
            <a:r>
              <a:rPr lang="fr-FR" sz="3600" dirty="0" smtClean="0"/>
              <a:t>Le projet consiste en CRUD( Create , Read,  </a:t>
            </a:r>
            <a:r>
              <a:rPr lang="fr-FR" sz="3600" dirty="0" err="1" smtClean="0"/>
              <a:t>Update,Delete</a:t>
            </a:r>
            <a:r>
              <a:rPr lang="fr-FR" sz="3600" dirty="0" smtClean="0"/>
              <a:t>) en majorité, ce qui correspond en français à(Créer , Afficher, Modifier</a:t>
            </a:r>
            <a:r>
              <a:rPr lang="fr-FR" sz="3600" dirty="0" smtClean="0"/>
              <a:t>, Supprimer</a:t>
            </a:r>
            <a:r>
              <a:rPr lang="fr-FR" sz="3600" dirty="0" smtClean="0"/>
              <a:t>) dans toute liste qui se trouve dans l’application. Le bibliothécaire(admin) peut facilement gérer les transactions d’emprunts de livres de chaque lecteur(étudiant).</a:t>
            </a:r>
          </a:p>
          <a:p>
            <a:endParaRPr lang="fr-FR" sz="3600" dirty="0" smtClean="0"/>
          </a:p>
          <a:p>
            <a:endParaRPr lang="fr-FR" sz="3600" dirty="0" smtClean="0"/>
          </a:p>
          <a:p>
            <a:endParaRPr lang="fr-FR" sz="3600" dirty="0" smtClean="0"/>
          </a:p>
          <a:p>
            <a:endParaRPr lang="fr-FR" sz="3600" dirty="0"/>
          </a:p>
        </p:txBody>
      </p:sp>
    </p:spTree>
    <p:extLst>
      <p:ext uri="{BB962C8B-B14F-4D97-AF65-F5344CB8AC3E}">
        <p14:creationId xmlns:p14="http://schemas.microsoft.com/office/powerpoint/2010/main" val="3730488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98448" y="753532"/>
            <a:ext cx="9601196" cy="1303867"/>
          </a:xfrm>
        </p:spPr>
        <p:txBody>
          <a:bodyPr/>
          <a:lstStyle/>
          <a:p>
            <a:r>
              <a:rPr lang="fr-FR" dirty="0" smtClean="0"/>
              <a:t>Les fonctionnalités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1298448" y="1943099"/>
            <a:ext cx="4718304" cy="3310128"/>
          </a:xfrm>
        </p:spPr>
        <p:txBody>
          <a:bodyPr>
            <a:noAutofit/>
          </a:bodyPr>
          <a:lstStyle/>
          <a:p>
            <a:r>
              <a:rPr lang="fr-FR" sz="2800" dirty="0" smtClean="0"/>
              <a:t>Login:</a:t>
            </a:r>
          </a:p>
          <a:p>
            <a:pPr marL="0" indent="0">
              <a:buNone/>
            </a:pPr>
            <a:r>
              <a:rPr lang="fr-FR" sz="2800" dirty="0" smtClean="0"/>
              <a:t>L’utilisateur crée un compte ou se connecte s’il avait déjà un compte </a:t>
            </a:r>
          </a:p>
          <a:p>
            <a:r>
              <a:rPr lang="fr-FR" sz="2800" dirty="0" smtClean="0"/>
              <a:t>Home</a:t>
            </a:r>
          </a:p>
          <a:p>
            <a:pPr marL="0" indent="0">
              <a:buNone/>
            </a:pPr>
            <a:r>
              <a:rPr lang="fr-FR" sz="2800" dirty="0" smtClean="0"/>
              <a:t>Le Dashboard ou la page d’accueil de l’application avec les listes de livres, étudiants,…</a:t>
            </a:r>
            <a:endParaRPr lang="fr-FR" sz="2800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720834" y="1943099"/>
            <a:ext cx="4718304" cy="331012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3200" dirty="0"/>
          </a:p>
          <a:p>
            <a:r>
              <a:rPr lang="fr-FR" sz="3200" dirty="0"/>
              <a:t>  Livres: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/>
              <a:t>Ajouter les livres 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/>
              <a:t>Afficher les livres 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/>
              <a:t>Modifier les livres</a:t>
            </a:r>
          </a:p>
          <a:p>
            <a:pPr marL="0" indent="0">
              <a:buNone/>
            </a:pPr>
            <a:endParaRPr lang="fr-FR" sz="3200" dirty="0"/>
          </a:p>
          <a:p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960267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Fonctionnalités(suite)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Lecteurs: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 smtClean="0"/>
              <a:t>Ajout de lecteurs 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 smtClean="0"/>
              <a:t>Afficher les lecteurs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8294" y="2285998"/>
            <a:ext cx="4718304" cy="3931921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endParaRPr lang="fr-FR" sz="3200" dirty="0"/>
          </a:p>
          <a:p>
            <a:r>
              <a:rPr lang="fr-FR" sz="3200" dirty="0"/>
              <a:t>Emprunts: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/>
              <a:t>  Ajout d’emprunts</a:t>
            </a:r>
          </a:p>
          <a:p>
            <a:pPr marL="514350" indent="-514350">
              <a:buFont typeface="+mj-lt"/>
              <a:buAutoNum type="arabicPeriod"/>
            </a:pPr>
            <a:r>
              <a:rPr lang="fr-FR" sz="3200" dirty="0"/>
              <a:t> Affichage des emprunts</a:t>
            </a:r>
          </a:p>
          <a:p>
            <a:r>
              <a:rPr lang="fr-FR" sz="3200" dirty="0"/>
              <a:t> Historique</a:t>
            </a:r>
          </a:p>
          <a:p>
            <a:pPr marL="0" indent="0">
              <a:buNone/>
            </a:pPr>
            <a:endParaRPr lang="fr-FR" sz="3200" dirty="0"/>
          </a:p>
          <a:p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658194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03022" y="182032"/>
            <a:ext cx="9601196" cy="1303867"/>
          </a:xfrm>
        </p:spPr>
        <p:txBody>
          <a:bodyPr/>
          <a:lstStyle/>
          <a:p>
            <a:r>
              <a:rPr lang="fr-FR" dirty="0" smtClean="0"/>
              <a:t>Page d’accueil</a:t>
            </a:r>
            <a:endParaRPr lang="fr-FR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9161" y="1222045"/>
            <a:ext cx="8631044" cy="4852593"/>
          </a:xfrm>
        </p:spPr>
      </p:pic>
    </p:spTree>
    <p:extLst>
      <p:ext uri="{BB962C8B-B14F-4D97-AF65-F5344CB8AC3E}">
        <p14:creationId xmlns:p14="http://schemas.microsoft.com/office/powerpoint/2010/main" val="3812819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84251" y="469175"/>
            <a:ext cx="9601196" cy="1303867"/>
          </a:xfrm>
        </p:spPr>
        <p:txBody>
          <a:bodyPr>
            <a:normAutofit/>
          </a:bodyPr>
          <a:lstStyle/>
          <a:p>
            <a:r>
              <a:rPr lang="fr-FR" dirty="0"/>
              <a:t>P</a:t>
            </a:r>
            <a:r>
              <a:rPr lang="fr-FR" dirty="0" smtClean="0"/>
              <a:t>as de compte? vous aurez ceci..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883" y="1682184"/>
            <a:ext cx="8396868" cy="4417533"/>
          </a:xfrm>
        </p:spPr>
      </p:pic>
    </p:spTree>
    <p:extLst>
      <p:ext uri="{BB962C8B-B14F-4D97-AF65-F5344CB8AC3E}">
        <p14:creationId xmlns:p14="http://schemas.microsoft.com/office/powerpoint/2010/main" val="58912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Dashboard 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324" y="2285999"/>
            <a:ext cx="6281199" cy="3332526"/>
          </a:xfrm>
        </p:spPr>
      </p:pic>
    </p:spTree>
    <p:extLst>
      <p:ext uri="{BB962C8B-B14F-4D97-AF65-F5344CB8AC3E}">
        <p14:creationId xmlns:p14="http://schemas.microsoft.com/office/powerpoint/2010/main" val="15234875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Lecteurs</a:t>
            </a:r>
            <a:endParaRPr lang="fr-FR" dirty="0"/>
          </a:p>
        </p:txBody>
      </p:sp>
      <p:pic>
        <p:nvPicPr>
          <p:cNvPr id="6" name="Espace réservé du contenu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0899" y="2469473"/>
            <a:ext cx="6580204" cy="3405865"/>
          </a:xfrm>
        </p:spPr>
      </p:pic>
    </p:spTree>
    <p:extLst>
      <p:ext uri="{BB962C8B-B14F-4D97-AF65-F5344CB8AC3E}">
        <p14:creationId xmlns:p14="http://schemas.microsoft.com/office/powerpoint/2010/main" val="212909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Comment installer et lancer l’application;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95402" y="2446019"/>
            <a:ext cx="9601196" cy="3318936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sz="2800" dirty="0" smtClean="0"/>
              <a:t>Télécharger le fichier zip sur le lien </a:t>
            </a:r>
            <a:r>
              <a:rPr lang="fr-FR" sz="2800" dirty="0" smtClean="0">
                <a:hlinkClick r:id="rId2" action="ppaction://hlinksldjump" tooltip="github"/>
              </a:rPr>
              <a:t>Github</a:t>
            </a:r>
            <a:r>
              <a:rPr lang="fr-FR" sz="2800" dirty="0" smtClean="0"/>
              <a:t> qui vous a été fournis ci-dessus;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800" dirty="0" smtClean="0"/>
              <a:t>Ouvrer votre Terminal(prompt, PowerShell, ou autre); ensuite exécuter les commandes une après l’autre: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2800" dirty="0" smtClean="0"/>
              <a:t>  </a:t>
            </a:r>
            <a:r>
              <a:rPr lang="fr-FR" sz="2800" dirty="0"/>
              <a:t> pip install -r </a:t>
            </a:r>
            <a:r>
              <a:rPr lang="fr-FR" sz="2800" dirty="0" smtClean="0"/>
              <a:t>requirements.txt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2800" dirty="0" smtClean="0"/>
              <a:t>  python manage.py  migrate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2800" dirty="0"/>
              <a:t> </a:t>
            </a:r>
            <a:r>
              <a:rPr lang="fr-FR" sz="2800" dirty="0" smtClean="0"/>
              <a:t>python manage.py runserver</a:t>
            </a:r>
          </a:p>
          <a:p>
            <a:endParaRPr lang="fr-FR" sz="2800" dirty="0" smtClean="0"/>
          </a:p>
          <a:p>
            <a:pPr marL="0" indent="0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62093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Installation(suite)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2800" dirty="0" smtClean="0"/>
              <a:t>Veuillez garder la session ouverte 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fr-FR" sz="2800" dirty="0" smtClean="0"/>
              <a:t>Ouvrer Google chrome( Mozilla Firefox/Internet Explorer ou autre); et exécuter le lien suivant :</a:t>
            </a:r>
          </a:p>
          <a:p>
            <a:pPr marL="0" indent="0">
              <a:buNone/>
            </a:pPr>
            <a:r>
              <a:rPr lang="fr-FR" sz="2800" dirty="0" smtClean="0">
                <a:hlinkClick r:id="rId2"/>
              </a:rPr>
              <a:t>     http://localhost:8000/</a:t>
            </a:r>
            <a:r>
              <a:rPr lang="fr-FR" sz="2800" dirty="0" smtClean="0"/>
              <a:t>   </a:t>
            </a:r>
          </a:p>
          <a:p>
            <a:pPr marL="0" indent="0">
              <a:buNone/>
            </a:pPr>
            <a:r>
              <a:rPr lang="fr-FR" sz="2800" dirty="0" smtClean="0"/>
              <a:t>Ou bien:</a:t>
            </a:r>
          </a:p>
          <a:p>
            <a:pPr marL="0" indent="0">
              <a:buNone/>
            </a:pPr>
            <a:r>
              <a:rPr lang="fr-FR" sz="2800" dirty="0">
                <a:hlinkClick r:id="rId3"/>
              </a:rPr>
              <a:t>http://http://127.0.0.1:8000</a:t>
            </a:r>
            <a:r>
              <a:rPr lang="fr-FR" sz="2800" dirty="0" smtClean="0">
                <a:hlinkClick r:id="rId3"/>
              </a:rPr>
              <a:t>/</a:t>
            </a:r>
            <a:endParaRPr lang="fr-FR" sz="2800" dirty="0" smtClean="0"/>
          </a:p>
          <a:p>
            <a:pPr marL="0" indent="0">
              <a:buNone/>
            </a:pPr>
            <a:endParaRPr lang="fr-FR" sz="2800" dirty="0" smtClean="0"/>
          </a:p>
          <a:p>
            <a:pPr marL="0" indent="0">
              <a:buNone/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52521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14400" y="956732"/>
            <a:ext cx="10469879" cy="5124028"/>
          </a:xfrm>
        </p:spPr>
        <p:txBody>
          <a:bodyPr>
            <a:normAutofit/>
          </a:bodyPr>
          <a:lstStyle/>
          <a:p>
            <a:r>
              <a:rPr lang="fr-FR" sz="3200" dirty="0" smtClean="0"/>
              <a:t>Informations du SuperUser pour vous connecter rapidement :</a:t>
            </a:r>
          </a:p>
          <a:p>
            <a:pPr marL="0" indent="0">
              <a:buNone/>
            </a:pPr>
            <a:r>
              <a:rPr lang="fr-FR" sz="3200" dirty="0" smtClean="0"/>
              <a:t>USERNAME : Richy</a:t>
            </a:r>
          </a:p>
          <a:p>
            <a:pPr marL="0" indent="0">
              <a:buNone/>
            </a:pPr>
            <a:r>
              <a:rPr lang="fr-FR" sz="3200" dirty="0" smtClean="0"/>
              <a:t>PASSWORD  : Ufisegute19</a:t>
            </a:r>
          </a:p>
          <a:p>
            <a:pPr marL="0" indent="0">
              <a:buNone/>
            </a:pPr>
            <a:endParaRPr lang="fr-FR" sz="3200" dirty="0"/>
          </a:p>
          <a:p>
            <a:pPr marL="0" indent="0">
              <a:buNone/>
            </a:pPr>
            <a:r>
              <a:rPr lang="fr-FR" sz="3200" dirty="0" smtClean="0"/>
              <a:t>On espère que l’application vous plaira et aussi que  la documentation est assez claire;</a:t>
            </a:r>
          </a:p>
          <a:p>
            <a:pPr marL="0" indent="0">
              <a:buNone/>
            </a:pPr>
            <a:endParaRPr lang="fr-FR" sz="3200" dirty="0" smtClean="0"/>
          </a:p>
          <a:p>
            <a:pPr marL="0" indent="0" algn="ctr">
              <a:buNone/>
            </a:pPr>
            <a:r>
              <a:rPr lang="fr-FR" sz="3200" dirty="0" smtClean="0"/>
              <a:t>Pour le reste on vous remercie pour votre temps!! </a:t>
            </a:r>
          </a:p>
        </p:txBody>
      </p:sp>
    </p:spTree>
    <p:extLst>
      <p:ext uri="{BB962C8B-B14F-4D97-AF65-F5344CB8AC3E}">
        <p14:creationId xmlns:p14="http://schemas.microsoft.com/office/powerpoint/2010/main" val="97906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que">
  <a:themeElements>
    <a:clrScheme name="Organique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que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qu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1129</TotalTime>
  <Words>451</Words>
  <Application>Microsoft Office PowerPoint</Application>
  <PresentationFormat>Grand écran</PresentationFormat>
  <Paragraphs>70</Paragraphs>
  <Slides>14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</vt:i4>
      </vt:variant>
    </vt:vector>
  </HeadingPairs>
  <TitlesOfParts>
    <vt:vector size="18" baseType="lpstr">
      <vt:lpstr>Arial</vt:lpstr>
      <vt:lpstr>Garamond</vt:lpstr>
      <vt:lpstr>Wingdings</vt:lpstr>
      <vt:lpstr>Organique</vt:lpstr>
      <vt:lpstr>Application web Python/Django</vt:lpstr>
      <vt:lpstr>INTRODUCTION</vt:lpstr>
      <vt:lpstr>A propos de l’application </vt:lpstr>
      <vt:lpstr>Présentation PowerPoint</vt:lpstr>
      <vt:lpstr>Présentation PowerPoint</vt:lpstr>
      <vt:lpstr>Les fonctionnalités</vt:lpstr>
      <vt:lpstr>Fonctionnalités(suite)</vt:lpstr>
      <vt:lpstr>Page d’accueil</vt:lpstr>
      <vt:lpstr>Pas de compte? vous aurez ceci..</vt:lpstr>
      <vt:lpstr>Dashboard </vt:lpstr>
      <vt:lpstr>Lecteurs</vt:lpstr>
      <vt:lpstr>Comment installer et lancer l’application;</vt:lpstr>
      <vt:lpstr>Installation(suite)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</dc:title>
  <dc:creator>Administrateur</dc:creator>
  <cp:lastModifiedBy>Administrateur</cp:lastModifiedBy>
  <cp:revision>32</cp:revision>
  <dcterms:created xsi:type="dcterms:W3CDTF">2023-06-17T10:03:13Z</dcterms:created>
  <dcterms:modified xsi:type="dcterms:W3CDTF">2023-06-27T08:34:37Z</dcterms:modified>
</cp:coreProperties>
</file>